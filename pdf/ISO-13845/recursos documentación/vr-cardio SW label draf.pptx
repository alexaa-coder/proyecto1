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579F01-F3F9-3F2C-54C0-DE5E299B730A}" v="8" dt="2025-10-06T10:47:56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4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án Pérez Ciruelos" userId="S::ivan.perez@spikatech.com::f05b5bff-3631-4b58-ae3b-156f42d812c9" providerId="AD" clId="Web-{6C579F01-F3F9-3F2C-54C0-DE5E299B730A}"/>
    <pc:docChg chg="modSld">
      <pc:chgData name="Iván Pérez Ciruelos" userId="S::ivan.perez@spikatech.com::f05b5bff-3631-4b58-ae3b-156f42d812c9" providerId="AD" clId="Web-{6C579F01-F3F9-3F2C-54C0-DE5E299B730A}" dt="2025-10-06T10:47:55.580" v="5" actId="20577"/>
      <pc:docMkLst>
        <pc:docMk/>
      </pc:docMkLst>
      <pc:sldChg chg="modSp">
        <pc:chgData name="Iván Pérez Ciruelos" userId="S::ivan.perez@spikatech.com::f05b5bff-3631-4b58-ae3b-156f42d812c9" providerId="AD" clId="Web-{6C579F01-F3F9-3F2C-54C0-DE5E299B730A}" dt="2025-10-06T10:47:55.580" v="5" actId="20577"/>
        <pc:sldMkLst>
          <pc:docMk/>
          <pc:sldMk cId="471244931" sldId="257"/>
        </pc:sldMkLst>
        <pc:spChg chg="mod">
          <ac:chgData name="Iván Pérez Ciruelos" userId="S::ivan.perez@spikatech.com::f05b5bff-3631-4b58-ae3b-156f42d812c9" providerId="AD" clId="Web-{6C579F01-F3F9-3F2C-54C0-DE5E299B730A}" dt="2025-10-06T10:47:55.580" v="5" actId="20577"/>
          <ac:spMkLst>
            <pc:docMk/>
            <pc:sldMk cId="471244931" sldId="257"/>
            <ac:spMk id="28" creationId="{489D81E6-63CA-AAF7-EC85-61D10B1F4C5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83E062-8C8A-100B-CFD5-504693603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27BD61-425D-3996-10AA-EC60E846A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4DBB574-9D58-591C-1F04-231BDFBDC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3168-D3F6-49CC-B656-6F2ED8093613}" type="datetimeFigureOut">
              <a:rPr lang="pt-PT" smtClean="0"/>
              <a:t>06/10/2025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A1599AA-FAD8-459F-4836-9B2043E0B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3C7A5D9-AB43-DD3F-6E37-BC822FD20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6B02-7895-4483-AB3D-2E8F5426CA5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96572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D5E43-BE09-9F5B-218A-C59FD77FD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BD295D4-3FAB-B616-6A8E-FED6A1155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DFD652E-AD72-8920-EF66-8586FE348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3168-D3F6-49CC-B656-6F2ED8093613}" type="datetimeFigureOut">
              <a:rPr lang="pt-PT" smtClean="0"/>
              <a:t>06/10/2025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775B96C-4570-EC32-21D3-628C453D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DC501C7-AD36-DB94-0EF2-7A403C3DD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6B02-7895-4483-AB3D-2E8F5426CA5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2614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F8D67-3865-0CB8-D164-B008BFC13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ECFFCD4-BEAB-A971-6DDF-3923D9190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832CDF1-8083-914C-6F9E-3084FBDA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3168-D3F6-49CC-B656-6F2ED8093613}" type="datetimeFigureOut">
              <a:rPr lang="pt-PT" smtClean="0"/>
              <a:t>06/10/2025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9DF0FCD-387A-194B-2C5B-484E15225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E708698-9D9C-EA69-1BFA-C35E1703F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6B02-7895-4483-AB3D-2E8F5426CA5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5814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19B142-82C8-0A45-E7DF-96F2EF98A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9F8E229-EDC2-B9DB-FF76-A9C8712E70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12C47C99-1FD5-4A68-FC00-9213758CB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2DA5952-7579-D474-E328-BB259B934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3168-D3F6-49CC-B656-6F2ED8093613}" type="datetimeFigureOut">
              <a:rPr lang="pt-PT" smtClean="0"/>
              <a:t>06/10/2025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96A8B9E-3A80-B1F1-A2AB-5A21206A9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0B80F0A-E97A-4088-6B35-F7EBF57A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6B02-7895-4483-AB3D-2E8F5426CA5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33390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08D18-41BC-815A-2E26-97F5BEC6E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6CB61DC-AF77-F0FE-9671-02F7DD48F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D668D9D9-2F31-4849-CCCF-1C681679B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13F8C60D-5D08-F4BB-674D-D26AEAF8B0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EA8D5F5A-D4F2-4D58-3DB0-96AAEE327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E7F9143D-058B-BEA4-3807-56F480475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3168-D3F6-49CC-B656-6F2ED8093613}" type="datetimeFigureOut">
              <a:rPr lang="pt-PT" smtClean="0"/>
              <a:t>06/10/2025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6C007EC2-F8EE-23A1-2F06-461D20629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61E20AED-6176-0C02-ADE7-3E6FDDCF4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6B02-7895-4483-AB3D-2E8F5426CA5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0795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EB9A5-F9BE-C658-AC5C-F6108B596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63CDF894-B109-7ACF-224B-02895ACE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3168-D3F6-49CC-B656-6F2ED8093613}" type="datetimeFigureOut">
              <a:rPr lang="pt-PT" smtClean="0"/>
              <a:t>06/10/2025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C1C864BF-E5FE-5BD7-9433-CFB838CA1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BB05EFFA-B93A-15B2-21D6-A4A453291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6B02-7895-4483-AB3D-2E8F5426CA5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08494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D222F9A2-CDBE-B10B-E219-230B4DE09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3168-D3F6-49CC-B656-6F2ED8093613}" type="datetimeFigureOut">
              <a:rPr lang="pt-PT" smtClean="0"/>
              <a:t>06/10/2025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37AAE1D8-28A0-7690-6E25-9BD4FAEA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83473E0-5799-9A95-31AE-1767F9EE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6B02-7895-4483-AB3D-2E8F5426CA5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62097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64104-5FDA-AAAC-2082-21FC73B9F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8FB0AF0-727B-D256-D580-79F6E9049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20361492-40E7-8BA7-1345-3B39C6B90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EC66F72-9ED7-4F6B-A6E4-D0A079C0A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3168-D3F6-49CC-B656-6F2ED8093613}" type="datetimeFigureOut">
              <a:rPr lang="pt-PT" smtClean="0"/>
              <a:t>06/10/2025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2B87852-0D6A-E37A-3193-DAEA10E2C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B9B1443-55BE-F6DD-42B5-DD716BC4D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6B02-7895-4483-AB3D-2E8F5426CA5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4252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88B075-8551-9EA5-ECF2-CDA04EDB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2241A66F-622A-509A-B80E-60549711A0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81CB6A25-046A-E3A3-E302-25C490CB1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8516A34-D586-167B-E05B-FBC65C800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3168-D3F6-49CC-B656-6F2ED8093613}" type="datetimeFigureOut">
              <a:rPr lang="pt-PT" smtClean="0"/>
              <a:t>06/10/2025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AC1D6D6-E4BA-9F10-6FB6-ED1650D7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1F0DCAE-83C8-8A31-B3D7-5651E468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6B02-7895-4483-AB3D-2E8F5426CA5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43167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EE4AA-7CA1-86DF-A3FF-20F2AD423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516DB278-C75C-B13F-660A-D449F8427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106CF3B-30D5-25E3-BFA5-530E57948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3168-D3F6-49CC-B656-6F2ED8093613}" type="datetimeFigureOut">
              <a:rPr lang="pt-PT" smtClean="0"/>
              <a:t>06/10/2025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29444D7-D9A4-E6D9-7A16-8C2567644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A86B616-D7BC-A3AA-8748-3B1F869AB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6B02-7895-4483-AB3D-2E8F5426CA5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39059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E9160F-8D50-AAC8-8723-3F141853BF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E8FA1E6A-D730-2C48-1EA7-6520A9881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820561B-009B-462D-E0DA-948CA27F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3168-D3F6-49CC-B656-6F2ED8093613}" type="datetimeFigureOut">
              <a:rPr lang="pt-PT" smtClean="0"/>
              <a:t>06/10/2025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6783F27-1880-BD6C-534A-B2A0A6D17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8F83D65-3E86-5196-3E0F-A1C00AC8C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6B02-7895-4483-AB3D-2E8F5426CA5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426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753F0DEC-AF4B-0869-B6A0-C8A13AF23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0162ABA-1725-BA07-5289-A7CF1B478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7D1ED6D-12B7-DC79-8EBF-FDDAF11FE1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E3168-D3F6-49CC-B656-6F2ED8093613}" type="datetimeFigureOut">
              <a:rPr lang="pt-PT" smtClean="0"/>
              <a:t>06/10/2025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4343C11-17F5-9128-5DC7-6EFF45077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1CF70DC-9D4F-A777-55AD-3C4586F9F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C6B02-7895-4483-AB3D-2E8F5426CA5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32796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21184FE4-BDE3-A6AB-1810-46BBE9A993B2}"/>
              </a:ext>
            </a:extLst>
          </p:cNvPr>
          <p:cNvCxnSpPr/>
          <p:nvPr/>
        </p:nvCxnSpPr>
        <p:spPr>
          <a:xfrm>
            <a:off x="0" y="5220195"/>
            <a:ext cx="12192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595D8DC5-925F-ECB8-F7C4-CD6346C55E99}"/>
              </a:ext>
            </a:extLst>
          </p:cNvPr>
          <p:cNvSpPr txBox="1"/>
          <p:nvPr/>
        </p:nvSpPr>
        <p:spPr>
          <a:xfrm>
            <a:off x="255183" y="6326386"/>
            <a:ext cx="362150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PT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SPIKA TECH, S.L. 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PT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c/ Alcalá de </a:t>
            </a:r>
            <a:r>
              <a:rPr lang="pt-PT" sz="1050" b="0" i="0" dirty="0" err="1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Guaidara</a:t>
            </a:r>
            <a:r>
              <a:rPr lang="pt-PT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, nº6, 6ºA </a:t>
            </a:r>
            <a:r>
              <a:rPr lang="pt-PT" sz="1050" b="0" i="0" dirty="0" err="1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Derecha</a:t>
            </a:r>
            <a:r>
              <a:rPr lang="pt-PT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, 28018, Madrid, </a:t>
            </a:r>
            <a:r>
              <a:rPr lang="pt-PT" sz="1050" b="0" i="0" dirty="0" err="1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Spain</a:t>
            </a:r>
            <a:r>
              <a:rPr lang="pt-PT" sz="1050" b="0" i="0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</a:rPr>
              <a:t> </a:t>
            </a:r>
            <a:endParaRPr lang="pt-PT" sz="600" b="1" dirty="0">
              <a:solidFill>
                <a:schemeClr val="bg2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C49300B-0257-08E2-5D22-F6552359FD8C}"/>
              </a:ext>
            </a:extLst>
          </p:cNvPr>
          <p:cNvSpPr txBox="1"/>
          <p:nvPr/>
        </p:nvSpPr>
        <p:spPr>
          <a:xfrm>
            <a:off x="9426774" y="6379993"/>
            <a:ext cx="1088760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PT" sz="1000" dirty="0">
                <a:solidFill>
                  <a:schemeClr val="bg2">
                    <a:lumMod val="50000"/>
                  </a:schemeClr>
                </a:solidFill>
                <a:latin typeface="Arial"/>
                <a:cs typeface="Arial"/>
              </a:rPr>
              <a:t>VR-CARDIO-02</a:t>
            </a:r>
            <a:endParaRPr lang="pt-PT" sz="10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89D81E6-63CA-AAF7-EC85-61D10B1F4C56}"/>
              </a:ext>
            </a:extLst>
          </p:cNvPr>
          <p:cNvSpPr txBox="1"/>
          <p:nvPr/>
        </p:nvSpPr>
        <p:spPr>
          <a:xfrm>
            <a:off x="4903762" y="6449151"/>
            <a:ext cx="169148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50" dirty="0" err="1">
                <a:solidFill>
                  <a:schemeClr val="bg2">
                    <a:lumMod val="50000"/>
                  </a:schemeClr>
                </a:solidFill>
              </a:rPr>
              <a:t>xxxxx</a:t>
            </a:r>
            <a:r>
              <a:rPr lang="pt-PT" sz="105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pt-PT" sz="1050" dirty="0" err="1">
                <a:solidFill>
                  <a:schemeClr val="bg2">
                    <a:lumMod val="50000"/>
                  </a:schemeClr>
                </a:solidFill>
              </a:rPr>
              <a:t>xxxxxx</a:t>
            </a:r>
            <a:r>
              <a:rPr lang="pt-PT" sz="105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pt-PT" sz="1050" dirty="0" err="1">
                <a:solidFill>
                  <a:schemeClr val="bg2">
                    <a:lumMod val="50000"/>
                  </a:schemeClr>
                </a:solidFill>
              </a:rPr>
              <a:t>xxxxxx</a:t>
            </a:r>
            <a:r>
              <a:rPr lang="pt-PT" sz="105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pt-PT" sz="1050" dirty="0" err="1">
                <a:solidFill>
                  <a:schemeClr val="bg2">
                    <a:lumMod val="50000"/>
                  </a:schemeClr>
                </a:solidFill>
              </a:rPr>
              <a:t>xxxxxxx</a:t>
            </a:r>
            <a:r>
              <a:rPr lang="pt-PT" sz="105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7333C74-7150-E0A4-A88E-3D0FEFB66A7E}"/>
              </a:ext>
            </a:extLst>
          </p:cNvPr>
          <p:cNvSpPr txBox="1"/>
          <p:nvPr/>
        </p:nvSpPr>
        <p:spPr>
          <a:xfrm>
            <a:off x="212651" y="5276173"/>
            <a:ext cx="7562776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PT" sz="1400" dirty="0">
                <a:solidFill>
                  <a:schemeClr val="bg2">
                    <a:lumMod val="50000"/>
                  </a:schemeClr>
                </a:solidFill>
              </a:rPr>
              <a:t>VR-CARDIO</a:t>
            </a:r>
          </a:p>
          <a:p>
            <a:r>
              <a:rPr lang="pt-PT" sz="1400" dirty="0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Real-time </a:t>
            </a:r>
            <a:r>
              <a:rPr lang="pt-PT" sz="1400" dirty="0" err="1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visualization</a:t>
            </a:r>
            <a:r>
              <a:rPr lang="pt-PT" sz="1400" dirty="0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pt-PT" sz="1400" dirty="0" err="1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and</a:t>
            </a:r>
            <a:r>
              <a:rPr lang="pt-PT" sz="1400" dirty="0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pt-PT" sz="1400" dirty="0" err="1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interpretation</a:t>
            </a:r>
            <a:r>
              <a:rPr lang="pt-PT" sz="1400" dirty="0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pt-PT" sz="1400" dirty="0" err="1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of</a:t>
            </a:r>
            <a:r>
              <a:rPr lang="pt-PT" sz="1400" dirty="0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 3D </a:t>
            </a:r>
            <a:r>
              <a:rPr lang="pt-PT" sz="1400" dirty="0" err="1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electro-anatomical</a:t>
            </a:r>
            <a:r>
              <a:rPr lang="pt-PT" sz="1400" dirty="0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pt-PT" sz="1400" dirty="0" err="1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maps</a:t>
            </a:r>
            <a:r>
              <a:rPr lang="pt-PT" sz="1400" dirty="0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pt-PT" sz="1400" dirty="0" err="1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of</a:t>
            </a:r>
            <a:r>
              <a:rPr lang="pt-PT" sz="1400" dirty="0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pt-PT" sz="1400" dirty="0" err="1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cardiac</a:t>
            </a:r>
            <a:r>
              <a:rPr lang="pt-PT" sz="1400" dirty="0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pt-PT" sz="1400" dirty="0" err="1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electrophysiology</a:t>
            </a:r>
            <a:endParaRPr lang="pt-PT" dirty="0" err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31A915C-30DA-FC86-464A-77BA115964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" t="2606" r="773" b="3177"/>
          <a:stretch/>
        </p:blipFill>
        <p:spPr>
          <a:xfrm>
            <a:off x="3757557" y="1435394"/>
            <a:ext cx="4676885" cy="253463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3CB94E5-3302-498B-5052-6258F8DDC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977" y="5773149"/>
            <a:ext cx="435933" cy="476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A8F987A7-0469-01A3-E1D1-DC16CA846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9982" y="5793726"/>
            <a:ext cx="641540" cy="515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5A5B17C-4712-5222-BE97-B7E654EE0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0161" y="5876429"/>
            <a:ext cx="613413" cy="436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2F770B7B-D2B5-6DF9-675F-409AF2502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2307" y="6370470"/>
            <a:ext cx="601842" cy="319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D4FF66AD-2E7F-74D1-9B3E-4B6249964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425" y="5842117"/>
            <a:ext cx="401108" cy="438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B881710B-654D-3174-5C75-9C117E7FE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052" y="5797816"/>
            <a:ext cx="662038" cy="49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EB078FCC-7246-29FC-CBF0-2FC052522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743" y="5739262"/>
            <a:ext cx="721567" cy="476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71D4233-BA8A-2209-F1E1-6893051642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081" y="6370470"/>
            <a:ext cx="660792" cy="415498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B47EAF2-E333-7248-8C74-D0D8BCCB280E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7" b="-1"/>
          <a:stretch/>
        </p:blipFill>
        <p:spPr>
          <a:xfrm>
            <a:off x="4329241" y="5790142"/>
            <a:ext cx="523336" cy="476085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B9F31130-755B-52D6-87F7-2918AA7B1594}"/>
              </a:ext>
            </a:extLst>
          </p:cNvPr>
          <p:cNvSpPr txBox="1"/>
          <p:nvPr/>
        </p:nvSpPr>
        <p:spPr>
          <a:xfrm>
            <a:off x="9354208" y="5861803"/>
            <a:ext cx="6431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50" dirty="0">
                <a:solidFill>
                  <a:schemeClr val="bg2">
                    <a:lumMod val="50000"/>
                  </a:schemeClr>
                </a:solidFill>
              </a:rPr>
              <a:t>MM/AA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6419078-4FA7-CCD1-E189-3713B866C82A}"/>
              </a:ext>
            </a:extLst>
          </p:cNvPr>
          <p:cNvSpPr txBox="1"/>
          <p:nvPr/>
        </p:nvSpPr>
        <p:spPr>
          <a:xfrm>
            <a:off x="7207250" y="6102350"/>
            <a:ext cx="1028700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 sz="1050" dirty="0">
                <a:solidFill>
                  <a:schemeClr val="bg2">
                    <a:lumMod val="50000"/>
                  </a:schemeClr>
                </a:solidFill>
              </a:rPr>
              <a:t>2803</a:t>
            </a:r>
          </a:p>
        </p:txBody>
      </p:sp>
    </p:spTree>
    <p:extLst>
      <p:ext uri="{BB962C8B-B14F-4D97-AF65-F5344CB8AC3E}">
        <p14:creationId xmlns:p14="http://schemas.microsoft.com/office/powerpoint/2010/main" val="1079436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21184FE4-BDE3-A6AB-1810-46BBE9A993B2}"/>
              </a:ext>
            </a:extLst>
          </p:cNvPr>
          <p:cNvCxnSpPr/>
          <p:nvPr/>
        </p:nvCxnSpPr>
        <p:spPr>
          <a:xfrm>
            <a:off x="0" y="5220195"/>
            <a:ext cx="12192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595D8DC5-925F-ECB8-F7C4-CD6346C55E99}"/>
              </a:ext>
            </a:extLst>
          </p:cNvPr>
          <p:cNvSpPr txBox="1"/>
          <p:nvPr/>
        </p:nvSpPr>
        <p:spPr>
          <a:xfrm>
            <a:off x="255183" y="6326386"/>
            <a:ext cx="3621504" cy="41549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PT" sz="1050" b="0" i="0" noProof="1">
                <a:solidFill>
                  <a:schemeClr val="bg1"/>
                </a:solidFill>
                <a:effectLst/>
                <a:latin typeface="Calibri"/>
                <a:cs typeface="Calibri"/>
              </a:rPr>
              <a:t>SPIKA TECH, S.L. 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PT" sz="1050" b="0" i="0" noProof="1">
                <a:solidFill>
                  <a:schemeClr val="bg1"/>
                </a:solidFill>
                <a:effectLst/>
                <a:latin typeface="Calibri"/>
                <a:cs typeface="Calibri"/>
              </a:rPr>
              <a:t>c/ Alcalá de Guaidara, nº6, 6ºA Derecha, 28018, Madrid, Spain</a:t>
            </a:r>
            <a:r>
              <a:rPr lang="pt-PT" sz="1050" b="0" i="0" noProof="1">
                <a:solidFill>
                  <a:schemeClr val="bg2">
                    <a:lumMod val="50000"/>
                  </a:schemeClr>
                </a:solidFill>
                <a:effectLst/>
                <a:latin typeface="Calibri"/>
                <a:cs typeface="Calibri"/>
              </a:rPr>
              <a:t> </a:t>
            </a:r>
            <a:endParaRPr lang="pt-PT" sz="600" b="1" noProof="1">
              <a:solidFill>
                <a:schemeClr val="bg2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C49300B-0257-08E2-5D22-F6552359FD8C}"/>
              </a:ext>
            </a:extLst>
          </p:cNvPr>
          <p:cNvSpPr txBox="1"/>
          <p:nvPr/>
        </p:nvSpPr>
        <p:spPr>
          <a:xfrm>
            <a:off x="9426774" y="6379993"/>
            <a:ext cx="1088760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PT" sz="1000" dirty="0">
                <a:solidFill>
                  <a:schemeClr val="bg1"/>
                </a:solidFill>
                <a:latin typeface="Arial"/>
                <a:cs typeface="Arial"/>
              </a:rPr>
              <a:t>VR-CARDIO-01</a:t>
            </a:r>
            <a:endParaRPr lang="pt-PT" sz="1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89D81E6-63CA-AAF7-EC85-61D10B1F4C56}"/>
              </a:ext>
            </a:extLst>
          </p:cNvPr>
          <p:cNvSpPr txBox="1"/>
          <p:nvPr/>
        </p:nvSpPr>
        <p:spPr>
          <a:xfrm>
            <a:off x="4903762" y="6429860"/>
            <a:ext cx="2239876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PT" sz="1100" dirty="0">
                <a:solidFill>
                  <a:schemeClr val="bg1"/>
                </a:solidFill>
                <a:ea typeface="+mn-lt"/>
                <a:cs typeface="+mn-lt"/>
              </a:rPr>
              <a:t>(01)08437028381002(8012)v1.0.0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7333C74-7150-E0A4-A88E-3D0FEFB66A7E}"/>
              </a:ext>
            </a:extLst>
          </p:cNvPr>
          <p:cNvSpPr txBox="1"/>
          <p:nvPr/>
        </p:nvSpPr>
        <p:spPr>
          <a:xfrm>
            <a:off x="212651" y="5276173"/>
            <a:ext cx="6923177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</a:rPr>
              <a:t>VR-CARDIO</a:t>
            </a:r>
            <a:endParaRPr lang="pt-PT" sz="1400" dirty="0">
              <a:solidFill>
                <a:schemeClr val="bg1"/>
              </a:solidFill>
              <a:cs typeface="Calibri"/>
            </a:endParaRPr>
          </a:p>
          <a:p>
            <a:r>
              <a:rPr lang="pt-PT" sz="1400" dirty="0">
                <a:solidFill>
                  <a:schemeClr val="bg1"/>
                </a:solidFill>
                <a:ea typeface="+mn-lt"/>
                <a:cs typeface="+mn-lt"/>
              </a:rPr>
              <a:t>Visualization </a:t>
            </a:r>
            <a:r>
              <a:rPr lang="pt-PT" sz="1400" noProof="1">
                <a:solidFill>
                  <a:schemeClr val="bg1"/>
                </a:solidFill>
                <a:ea typeface="+mn-lt"/>
                <a:cs typeface="+mn-lt"/>
              </a:rPr>
              <a:t>and</a:t>
            </a:r>
            <a:r>
              <a:rPr lang="pt-PT" sz="1400" dirty="0">
                <a:solidFill>
                  <a:schemeClr val="bg1"/>
                </a:solidFill>
                <a:ea typeface="+mn-lt"/>
                <a:cs typeface="+mn-lt"/>
              </a:rPr>
              <a:t> interpretation </a:t>
            </a:r>
            <a:r>
              <a:rPr lang="pt-PT" sz="1400" noProof="1">
                <a:solidFill>
                  <a:schemeClr val="bg1"/>
                </a:solidFill>
                <a:ea typeface="+mn-lt"/>
                <a:cs typeface="+mn-lt"/>
              </a:rPr>
              <a:t>of 3D electro-anatomical maps of cardiac electrophysiology</a:t>
            </a:r>
            <a:endParaRPr lang="pt-PT" noProof="1">
              <a:solidFill>
                <a:schemeClr val="bg1"/>
              </a:solidFill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A8F987A7-0469-01A3-E1D1-DC16CA846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46" y="5800653"/>
            <a:ext cx="641540" cy="515631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5A5B17C-4712-5222-BE97-B7E654EE0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978" y="5816926"/>
            <a:ext cx="661903" cy="505845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2F770B7B-D2B5-6DF9-675F-409AF2502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2307" y="6370470"/>
            <a:ext cx="601842" cy="31904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B881710B-654D-3174-5C75-9C117E7FE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561" y="5818598"/>
            <a:ext cx="662038" cy="49352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EB078FCC-7246-29FC-CBF0-2FC052522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0907" y="5690771"/>
            <a:ext cx="721567" cy="476085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71D4233-BA8A-2209-F1E1-6893051642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300" y="6411146"/>
            <a:ext cx="577665" cy="32544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B47EAF2-E333-7248-8C74-D0D8BCCB280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7" b="-1"/>
          <a:stretch/>
        </p:blipFill>
        <p:spPr>
          <a:xfrm>
            <a:off x="4222136" y="5797425"/>
            <a:ext cx="571826" cy="51764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B9F31130-755B-52D6-87F7-2918AA7B1594}"/>
              </a:ext>
            </a:extLst>
          </p:cNvPr>
          <p:cNvSpPr txBox="1"/>
          <p:nvPr/>
        </p:nvSpPr>
        <p:spPr>
          <a:xfrm>
            <a:off x="9354208" y="5861803"/>
            <a:ext cx="511679" cy="25391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PT" sz="1050" dirty="0">
                <a:solidFill>
                  <a:schemeClr val="bg1"/>
                </a:solidFill>
              </a:rPr>
              <a:t>07/25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6419078-4FA7-CCD1-E189-3713B866C82A}"/>
              </a:ext>
            </a:extLst>
          </p:cNvPr>
          <p:cNvSpPr txBox="1"/>
          <p:nvPr/>
        </p:nvSpPr>
        <p:spPr>
          <a:xfrm>
            <a:off x="7124123" y="6157768"/>
            <a:ext cx="1028700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 sz="1050" dirty="0">
                <a:solidFill>
                  <a:schemeClr val="bg1"/>
                </a:solidFill>
              </a:rPr>
              <a:t>2803</a:t>
            </a:r>
          </a:p>
        </p:txBody>
      </p:sp>
      <p:pic>
        <p:nvPicPr>
          <p:cNvPr id="8" name="Imagen 7" descr="Imagen que contiene Forma&#10;&#10;Descripción generada automáticamente">
            <a:extLst>
              <a:ext uri="{FF2B5EF4-FFF2-40B4-BE49-F238E27FC236}">
                <a16:creationId xmlns:a16="http://schemas.microsoft.com/office/drawing/2014/main" id="{8D5F67EB-4298-8EB7-6704-566E659EE4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3875" y="5682805"/>
            <a:ext cx="476764" cy="46906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09A06697-6BA7-BD7A-0BCE-CD2163994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425" y="5842117"/>
            <a:ext cx="401108" cy="438052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26">
            <a:extLst>
              <a:ext uri="{FF2B5EF4-FFF2-40B4-BE49-F238E27FC236}">
                <a16:creationId xmlns:a16="http://schemas.microsoft.com/office/drawing/2014/main" id="{CBFFF86C-6CB7-410F-1ED2-65B53B04EEC3}"/>
              </a:ext>
            </a:extLst>
          </p:cNvPr>
          <p:cNvSpPr txBox="1"/>
          <p:nvPr/>
        </p:nvSpPr>
        <p:spPr>
          <a:xfrm>
            <a:off x="10630922" y="6379993"/>
            <a:ext cx="587020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PT" sz="1000" dirty="0">
                <a:solidFill>
                  <a:schemeClr val="bg1"/>
                </a:solidFill>
                <a:latin typeface="Arial"/>
                <a:cs typeface="Arial"/>
              </a:rPr>
              <a:t>V 1.0.0</a:t>
            </a:r>
            <a:endParaRPr lang="pt-PT" sz="1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2449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c84046b-1756-41ad-84ec-826e2bed40c8">
      <Terms xmlns="http://schemas.microsoft.com/office/infopath/2007/PartnerControls"/>
    </lcf76f155ced4ddcb4097134ff3c332f>
    <TaxCatchAll xmlns="14ea127c-854f-41fb-9adb-d090df6732b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BDB3C246F8194BBDECA4154A62B9BE" ma:contentTypeVersion="10" ma:contentTypeDescription="Crear nuevo documento." ma:contentTypeScope="" ma:versionID="ade27a0438fce5661c693d5d83f2414f">
  <xsd:schema xmlns:xsd="http://www.w3.org/2001/XMLSchema" xmlns:xs="http://www.w3.org/2001/XMLSchema" xmlns:p="http://schemas.microsoft.com/office/2006/metadata/properties" xmlns:ns2="9c84046b-1756-41ad-84ec-826e2bed40c8" xmlns:ns3="14ea127c-854f-41fb-9adb-d090df6732b5" targetNamespace="http://schemas.microsoft.com/office/2006/metadata/properties" ma:root="true" ma:fieldsID="8608c0c8d32bb895e704b9ffe02c8082" ns2:_="" ns3:_="">
    <xsd:import namespace="9c84046b-1756-41ad-84ec-826e2bed40c8"/>
    <xsd:import namespace="14ea127c-854f-41fb-9adb-d090df6732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84046b-1756-41ad-84ec-826e2bed40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8364831f-9365-4731-affb-44e18c0c24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ea127c-854f-41fb-9adb-d090df6732b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e18a258-aa6e-4edc-845a-317681361ecd}" ma:internalName="TaxCatchAll" ma:showField="CatchAllData" ma:web="14ea127c-854f-41fb-9adb-d090df6732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620A0F-EE26-4920-9AB0-FC0015793B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2EE1A9-98C1-42D5-AAAF-6BC6ECD2014C}">
  <ds:schemaRefs>
    <ds:schemaRef ds:uri="http://schemas.microsoft.com/office/2006/metadata/properties"/>
    <ds:schemaRef ds:uri="http://schemas.microsoft.com/office/infopath/2007/PartnerControls"/>
    <ds:schemaRef ds:uri="9c84046b-1756-41ad-84ec-826e2bed40c8"/>
    <ds:schemaRef ds:uri="14ea127c-854f-41fb-9adb-d090df6732b5"/>
  </ds:schemaRefs>
</ds:datastoreItem>
</file>

<file path=customXml/itemProps3.xml><?xml version="1.0" encoding="utf-8"?>
<ds:datastoreItem xmlns:ds="http://schemas.openxmlformats.org/officeDocument/2006/customXml" ds:itemID="{28931117-226B-42BA-9590-58D4BE5A3F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84046b-1756-41ad-84ec-826e2bed40c8"/>
    <ds:schemaRef ds:uri="14ea127c-854f-41fb-9adb-d090df6732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32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do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Raquel Gomes</dc:creator>
  <cp:lastModifiedBy>Raquel Gomes</cp:lastModifiedBy>
  <cp:revision>128</cp:revision>
  <dcterms:created xsi:type="dcterms:W3CDTF">2024-03-18T10:43:23Z</dcterms:created>
  <dcterms:modified xsi:type="dcterms:W3CDTF">2025-10-06T10:48:05Z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0x010100ECBDB3C246F8194BBDECA4154A62B9BE</vt:lpwstr>
  </property>
  <property fmtid="{D5CDD505-2E9C-101B-9397-08002B2CF9AE}" pid="3" name="MediaServiceImageTags">
    <vt:lpwstr/>
  </property>
</Properties>
</file>