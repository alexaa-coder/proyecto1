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9D9D"/>
    <a:srgbClr val="4D868E"/>
    <a:srgbClr val="CFD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án Pérez Ciruelos" userId="f05b5bff-3631-4b58-ae3b-156f42d812c9" providerId="ADAL" clId="{1DBB8E0E-1A62-4CBD-8D97-58F9F496066C}"/>
    <pc:docChg chg="custSel modSld">
      <pc:chgData name="Iván Pérez Ciruelos" userId="f05b5bff-3631-4b58-ae3b-156f42d812c9" providerId="ADAL" clId="{1DBB8E0E-1A62-4CBD-8D97-58F9F496066C}" dt="2024-06-12T15:35:00.498" v="2" actId="478"/>
      <pc:docMkLst>
        <pc:docMk/>
      </pc:docMkLst>
      <pc:sldChg chg="delSp modSp mod">
        <pc:chgData name="Iván Pérez Ciruelos" userId="f05b5bff-3631-4b58-ae3b-156f42d812c9" providerId="ADAL" clId="{1DBB8E0E-1A62-4CBD-8D97-58F9F496066C}" dt="2024-06-12T15:35:00.498" v="2" actId="478"/>
        <pc:sldMkLst>
          <pc:docMk/>
          <pc:sldMk cId="539654133" sldId="257"/>
        </pc:sldMkLst>
        <pc:spChg chg="del mod">
          <ac:chgData name="Iván Pérez Ciruelos" userId="f05b5bff-3631-4b58-ae3b-156f42d812c9" providerId="ADAL" clId="{1DBB8E0E-1A62-4CBD-8D97-58F9F496066C}" dt="2024-06-12T15:35:00.498" v="2" actId="478"/>
          <ac:spMkLst>
            <pc:docMk/>
            <pc:sldMk cId="539654133" sldId="257"/>
            <ac:spMk id="53" creationId="{20B4AAEB-D3D3-9A95-8C22-34A977987D1A}"/>
          </ac:spMkLst>
        </pc:spChg>
        <pc:spChg chg="del">
          <ac:chgData name="Iván Pérez Ciruelos" userId="f05b5bff-3631-4b58-ae3b-156f42d812c9" providerId="ADAL" clId="{1DBB8E0E-1A62-4CBD-8D97-58F9F496066C}" dt="2024-06-12T15:34:58.938" v="0" actId="478"/>
          <ac:spMkLst>
            <pc:docMk/>
            <pc:sldMk cId="539654133" sldId="257"/>
            <ac:spMk id="55" creationId="{EC55EA81-C596-215A-CA8D-FDA9A0E626A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04BC27-ADC9-4DAB-B4EE-CF3C9EA60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2A9DB3-8190-4752-BCA8-5E189A6F4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7D2547-3553-428F-B400-E01B7A39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06F9-F51B-45A5-9744-DC21C56E9ACA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8E9474-2244-4D84-BE71-7F11415A0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60024A-257D-40AC-93C1-5C9B5F56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D10D1-6C88-4FD8-A30A-8925410FF7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5423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244CB-93BD-45D4-B13A-1124F104F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FC6C84-C5DF-4D38-B524-167DB9821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FAAF11-7BD5-4C22-813E-13E2DC0BF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06F9-F51B-45A5-9744-DC21C56E9ACA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ED5E99-B263-4ECE-8612-07F5306BC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3623A9-32A6-4684-9F45-6839A9070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D10D1-6C88-4FD8-A30A-8925410FF7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5179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9E12B-1696-4D78-B806-B3EFA7C52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E8C14E-E131-4755-80F5-B67D84555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9DCEA3-6FAD-4DBB-906E-122EAC7F1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06F9-F51B-45A5-9744-DC21C56E9ACA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9FCDA7-9212-4FBF-9BE7-E7F2FA684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F95B94-5FB9-4130-9698-47E33E5DA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D10D1-6C88-4FD8-A30A-8925410FF7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3496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49DC88-9D37-46FD-B45D-E0EC8ADF0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3CE9F8-BEE4-4AA2-B076-02F236A70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7D3EB5-126D-4504-BD03-59EF9F97A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5428D4-8E8B-44A0-921C-0F81653B1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06F9-F51B-45A5-9744-DC21C56E9ACA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4ED477-57B2-4DDA-A50E-A4DF6A2B0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88F64F-19A0-4833-874B-15BDDC693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D10D1-6C88-4FD8-A30A-8925410FF7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679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A437F-3FCE-4347-AE35-C0FB99892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14382F-4C51-444C-BBB1-0F2BFE9F7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21641C-5E27-4D57-AE77-942319593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EC7FEBA-1E35-479A-B985-9324688AEF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051CC61-6982-4D5F-AC37-D11EEA053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0BA62B7-DE2D-46BB-9757-9C8CECC37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06F9-F51B-45A5-9744-DC21C56E9ACA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8D4D9E8-10BF-4EFF-A760-52B731591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43F00E9-A82B-4974-90F8-ADE0C7D8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D10D1-6C88-4FD8-A30A-8925410FF7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9830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F92F9-092C-4F41-8CB4-D325D34C7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2997A5C-3AD4-4362-A889-FAA6BC124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06F9-F51B-45A5-9744-DC21C56E9ACA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6663127-D987-4980-9836-B08B0061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A4B3682-48EE-45E7-BF59-648EEF836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D10D1-6C88-4FD8-A30A-8925410FF7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1207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9FBB822-27E3-4C7E-AB6A-AE19E5957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06F9-F51B-45A5-9744-DC21C56E9ACA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597D309-0FD6-4220-997E-512E2ED01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D0BD8F-A158-45A5-A38D-19C77EB2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D10D1-6C88-4FD8-A30A-8925410FF7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8168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02AD3-D2DB-46DB-B960-3A49C9463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D2C166-BF5C-4144-A463-781438CC2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5AD41A5-1125-4086-941B-9E3867212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2CC380-6387-4E20-B58E-967DF6C9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06F9-F51B-45A5-9744-DC21C56E9ACA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B599C4-4687-432D-B73C-69328B9E3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3C0DCB-7483-4842-A7A4-0B5C9C70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D10D1-6C88-4FD8-A30A-8925410FF7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8429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BBE5D-949B-46E6-AA01-75CBFD53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1D63E5F-D916-40E7-B28D-0883CC891A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FAC2525-DFF4-4C9E-AE9D-78F567F6B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28742A-E5DC-4C18-BBE8-AFE626BB0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06F9-F51B-45A5-9744-DC21C56E9ACA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486796-E425-47C2-A532-7E22A5255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6CC968-A986-42EE-BC1A-051A309CA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D10D1-6C88-4FD8-A30A-8925410FF7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9644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3F12B-C4B8-4DC7-AB69-038EE0B1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9CD929F-2496-4661-AE60-731CC9861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0A0BB6-BCFB-46EE-8172-F0DB4237F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06F9-F51B-45A5-9744-DC21C56E9ACA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03EBC0-18A3-494F-B881-12A0AD61D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016637-DEE4-4C26-9F19-1B056D665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D10D1-6C88-4FD8-A30A-8925410FF7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929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82A1CE-D5E9-4566-8EF8-E7B174CA4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021BD15-0962-4DDA-B265-F25CFE782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668C68-B6BC-4D82-9F54-8038175B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06F9-F51B-45A5-9744-DC21C56E9ACA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DD1223-5C8F-423E-8BF8-B8CFEE32E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C51AE8-C191-4332-BE31-BB41913AF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D10D1-6C88-4FD8-A30A-8925410FF7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9198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7DB6B8B-5B2B-4343-9CEB-57F9D69FE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47F703-466F-4141-8E02-90CAC9F52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5D184F-AC6A-462F-9D21-6C5D9F120C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906F9-F51B-45A5-9744-DC21C56E9ACA}" type="datetimeFigureOut">
              <a:rPr lang="es-ES" smtClean="0"/>
              <a:t>12/06/2024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585C00-A6E3-49E4-B009-EC450AAAF4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6C5D9A-45B4-4A2A-B100-C3972978A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D10D1-6C88-4FD8-A30A-8925410FF7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4806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8D979C6-2724-4713-9D20-3F9D3D16F22D}"/>
              </a:ext>
            </a:extLst>
          </p:cNvPr>
          <p:cNvSpPr/>
          <p:nvPr/>
        </p:nvSpPr>
        <p:spPr>
          <a:xfrm>
            <a:off x="211257" y="409575"/>
            <a:ext cx="461665" cy="6038850"/>
          </a:xfrm>
          <a:prstGeom prst="rect">
            <a:avLst/>
          </a:prstGeom>
          <a:solidFill>
            <a:srgbClr val="9D9D9D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vert270" wrap="square" rtlCol="0" anchor="ctr">
            <a:spAutoFit/>
          </a:bodyPr>
          <a:lstStyle/>
          <a:p>
            <a:pPr algn="ctr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Requisitos del cliente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51C57B6-3F09-414A-BC1E-21676E710DFB}"/>
              </a:ext>
            </a:extLst>
          </p:cNvPr>
          <p:cNvSpPr/>
          <p:nvPr/>
        </p:nvSpPr>
        <p:spPr>
          <a:xfrm>
            <a:off x="4906113" y="167738"/>
            <a:ext cx="2447925" cy="4032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Procesos de la dirección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E1A4CE9-EC6B-41D1-9E6A-785E248C8276}"/>
              </a:ext>
            </a:extLst>
          </p:cNvPr>
          <p:cNvSpPr/>
          <p:nvPr/>
        </p:nvSpPr>
        <p:spPr>
          <a:xfrm>
            <a:off x="3275448" y="642143"/>
            <a:ext cx="6220977" cy="729434"/>
          </a:xfrm>
          <a:prstGeom prst="roundRect">
            <a:avLst/>
          </a:prstGeom>
          <a:solidFill>
            <a:srgbClr val="9D9D9D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CFDE00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546CE05-3E64-4283-90D4-DD956993B763}"/>
              </a:ext>
            </a:extLst>
          </p:cNvPr>
          <p:cNvSpPr/>
          <p:nvPr/>
        </p:nvSpPr>
        <p:spPr>
          <a:xfrm>
            <a:off x="3587695" y="746123"/>
            <a:ext cx="1766253" cy="5588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Mejora de procesos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88CBD23-7054-4085-844E-63431399138D}"/>
              </a:ext>
            </a:extLst>
          </p:cNvPr>
          <p:cNvSpPr/>
          <p:nvPr/>
        </p:nvSpPr>
        <p:spPr>
          <a:xfrm>
            <a:off x="7456385" y="741635"/>
            <a:ext cx="1766253" cy="5588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Revisión sistema por la dirección </a:t>
            </a:r>
          </a:p>
        </p:txBody>
      </p:sp>
      <p:sp>
        <p:nvSpPr>
          <p:cNvPr id="10" name="Flecha: a la izquierda y derecha 9">
            <a:extLst>
              <a:ext uri="{FF2B5EF4-FFF2-40B4-BE49-F238E27FC236}">
                <a16:creationId xmlns:a16="http://schemas.microsoft.com/office/drawing/2014/main" id="{F1C2CB12-32DB-4DE6-97DB-7CF7AB60ACDB}"/>
              </a:ext>
            </a:extLst>
          </p:cNvPr>
          <p:cNvSpPr/>
          <p:nvPr/>
        </p:nvSpPr>
        <p:spPr>
          <a:xfrm>
            <a:off x="5789557" y="851995"/>
            <a:ext cx="1269127" cy="342505"/>
          </a:xfrm>
          <a:prstGeom prst="leftRightArrow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07A234B-4AC7-460D-A882-79F24A2AE3B3}"/>
              </a:ext>
            </a:extLst>
          </p:cNvPr>
          <p:cNvSpPr/>
          <p:nvPr/>
        </p:nvSpPr>
        <p:spPr>
          <a:xfrm>
            <a:off x="11587229" y="409575"/>
            <a:ext cx="461665" cy="6062183"/>
          </a:xfrm>
          <a:prstGeom prst="rect">
            <a:avLst/>
          </a:prstGeom>
          <a:solidFill>
            <a:srgbClr val="9D9D9D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vert" wrap="square" rtlCol="0" anchor="ctr">
            <a:spAutoFit/>
          </a:bodyPr>
          <a:lstStyle/>
          <a:p>
            <a:pPr algn="ctr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Satisfacción del cliente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3F71787-C1B1-4537-995A-EDFDE448A943}"/>
              </a:ext>
            </a:extLst>
          </p:cNvPr>
          <p:cNvSpPr/>
          <p:nvPr/>
        </p:nvSpPr>
        <p:spPr>
          <a:xfrm>
            <a:off x="1070104" y="605882"/>
            <a:ext cx="10262232" cy="97275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5B8C6FE-F86B-41CE-8057-185D29AF04D0}"/>
              </a:ext>
            </a:extLst>
          </p:cNvPr>
          <p:cNvSpPr/>
          <p:nvPr/>
        </p:nvSpPr>
        <p:spPr>
          <a:xfrm>
            <a:off x="1063823" y="1619760"/>
            <a:ext cx="10188249" cy="3476828"/>
          </a:xfrm>
          <a:prstGeom prst="rect">
            <a:avLst/>
          </a:prstGeom>
          <a:solidFill>
            <a:srgbClr val="9D9D9D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38BD704-9B94-4C14-8BE1-C93934A8BB4B}"/>
              </a:ext>
            </a:extLst>
          </p:cNvPr>
          <p:cNvSpPr/>
          <p:nvPr/>
        </p:nvSpPr>
        <p:spPr>
          <a:xfrm>
            <a:off x="1445163" y="2337228"/>
            <a:ext cx="1368521" cy="603841"/>
          </a:xfrm>
          <a:prstGeom prst="roundRect">
            <a:avLst/>
          </a:prstGeom>
          <a:solidFill>
            <a:srgbClr val="4D86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Evaluación proveedores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3022F62-A3F0-4E21-9EC3-A3218C6E7AD5}"/>
              </a:ext>
            </a:extLst>
          </p:cNvPr>
          <p:cNvSpPr/>
          <p:nvPr/>
        </p:nvSpPr>
        <p:spPr>
          <a:xfrm>
            <a:off x="1487769" y="1919002"/>
            <a:ext cx="1209040" cy="277224"/>
          </a:xfrm>
          <a:prstGeom prst="rect">
            <a:avLst/>
          </a:prstGeom>
          <a:solidFill>
            <a:srgbClr val="CFDE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COMPRAS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B15ABF90-4807-4EAE-B8E4-45D83E9F76E8}"/>
              </a:ext>
            </a:extLst>
          </p:cNvPr>
          <p:cNvCxnSpPr>
            <a:cxnSpLocks/>
          </p:cNvCxnSpPr>
          <p:nvPr/>
        </p:nvCxnSpPr>
        <p:spPr>
          <a:xfrm>
            <a:off x="2813684" y="2639148"/>
            <a:ext cx="7327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F97921D5-D92E-45B3-974F-7EBA1240069F}"/>
              </a:ext>
            </a:extLst>
          </p:cNvPr>
          <p:cNvSpPr/>
          <p:nvPr/>
        </p:nvSpPr>
        <p:spPr>
          <a:xfrm>
            <a:off x="3600966" y="2337227"/>
            <a:ext cx="1368521" cy="603841"/>
          </a:xfrm>
          <a:prstGeom prst="roundRect">
            <a:avLst/>
          </a:prstGeom>
          <a:solidFill>
            <a:srgbClr val="4D86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Diseño del producto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018618AA-8F18-4C22-855A-7DD217972830}"/>
              </a:ext>
            </a:extLst>
          </p:cNvPr>
          <p:cNvSpPr/>
          <p:nvPr/>
        </p:nvSpPr>
        <p:spPr>
          <a:xfrm>
            <a:off x="6626919" y="2337227"/>
            <a:ext cx="1368521" cy="603841"/>
          </a:xfrm>
          <a:prstGeom prst="roundRect">
            <a:avLst/>
          </a:prstGeom>
          <a:solidFill>
            <a:srgbClr val="4D86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Desarrollo del producto</a:t>
            </a: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4C12EED4-94C0-4504-BAED-0F300404EB57}"/>
              </a:ext>
            </a:extLst>
          </p:cNvPr>
          <p:cNvSpPr/>
          <p:nvPr/>
        </p:nvSpPr>
        <p:spPr>
          <a:xfrm>
            <a:off x="8377594" y="4141550"/>
            <a:ext cx="1428282" cy="546381"/>
          </a:xfrm>
          <a:prstGeom prst="roundRect">
            <a:avLst/>
          </a:prstGeom>
          <a:solidFill>
            <a:srgbClr val="4D86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Pedidos de clientes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6130ED49-909F-4F75-9B19-26023B3E9684}"/>
              </a:ext>
            </a:extLst>
          </p:cNvPr>
          <p:cNvCxnSpPr>
            <a:cxnSpLocks/>
          </p:cNvCxnSpPr>
          <p:nvPr/>
        </p:nvCxnSpPr>
        <p:spPr>
          <a:xfrm>
            <a:off x="9162754" y="3198860"/>
            <a:ext cx="0" cy="539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ctángulo 58">
            <a:extLst>
              <a:ext uri="{FF2B5EF4-FFF2-40B4-BE49-F238E27FC236}">
                <a16:creationId xmlns:a16="http://schemas.microsoft.com/office/drawing/2014/main" id="{3704D345-D9BD-4BAB-939A-319DAB470760}"/>
              </a:ext>
            </a:extLst>
          </p:cNvPr>
          <p:cNvSpPr/>
          <p:nvPr/>
        </p:nvSpPr>
        <p:spPr>
          <a:xfrm>
            <a:off x="10329473" y="1659762"/>
            <a:ext cx="895344" cy="3327185"/>
          </a:xfrm>
          <a:prstGeom prst="rect">
            <a:avLst/>
          </a:prstGeom>
          <a:solidFill>
            <a:srgbClr val="9D9D9D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75DED69C-CA56-43F5-991C-E91264BEDDE7}"/>
              </a:ext>
            </a:extLst>
          </p:cNvPr>
          <p:cNvSpPr/>
          <p:nvPr/>
        </p:nvSpPr>
        <p:spPr>
          <a:xfrm>
            <a:off x="10371696" y="1923532"/>
            <a:ext cx="405449" cy="2860734"/>
          </a:xfrm>
          <a:prstGeom prst="roundRect">
            <a:avLst/>
          </a:prstGeom>
          <a:solidFill>
            <a:srgbClr val="4D86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s-ES" sz="1400" dirty="0"/>
              <a:t>Entrega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4EDAC6B6-923D-4C13-AB2D-D0707739415A}"/>
              </a:ext>
            </a:extLst>
          </p:cNvPr>
          <p:cNvSpPr/>
          <p:nvPr/>
        </p:nvSpPr>
        <p:spPr>
          <a:xfrm>
            <a:off x="10801714" y="1933932"/>
            <a:ext cx="405449" cy="2860734"/>
          </a:xfrm>
          <a:prstGeom prst="roundRect">
            <a:avLst/>
          </a:prstGeom>
          <a:solidFill>
            <a:srgbClr val="4D86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s-ES" sz="1400" dirty="0"/>
              <a:t>Posventa</a:t>
            </a: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1099AD5D-389A-424B-8D34-E46C332E25FC}"/>
              </a:ext>
            </a:extLst>
          </p:cNvPr>
          <p:cNvCxnSpPr/>
          <p:nvPr/>
        </p:nvCxnSpPr>
        <p:spPr>
          <a:xfrm>
            <a:off x="11265102" y="3576413"/>
            <a:ext cx="3097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ectángulo 65">
            <a:extLst>
              <a:ext uri="{FF2B5EF4-FFF2-40B4-BE49-F238E27FC236}">
                <a16:creationId xmlns:a16="http://schemas.microsoft.com/office/drawing/2014/main" id="{E3C90238-4CDE-41F3-869A-0AF9E865DBAB}"/>
              </a:ext>
            </a:extLst>
          </p:cNvPr>
          <p:cNvSpPr/>
          <p:nvPr/>
        </p:nvSpPr>
        <p:spPr>
          <a:xfrm>
            <a:off x="1063823" y="5129099"/>
            <a:ext cx="10201280" cy="1524299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902B6433-08A2-4AD4-83A1-40FFD32ED87D}"/>
              </a:ext>
            </a:extLst>
          </p:cNvPr>
          <p:cNvSpPr/>
          <p:nvPr/>
        </p:nvSpPr>
        <p:spPr>
          <a:xfrm>
            <a:off x="8476986" y="3777275"/>
            <a:ext cx="1269128" cy="276815"/>
          </a:xfrm>
          <a:prstGeom prst="rect">
            <a:avLst/>
          </a:prstGeom>
          <a:solidFill>
            <a:srgbClr val="CFDE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VENTAS</a:t>
            </a:r>
          </a:p>
        </p:txBody>
      </p: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17AA1721-BE83-42E7-9EAF-BA9326679961}"/>
              </a:ext>
            </a:extLst>
          </p:cNvPr>
          <p:cNvCxnSpPr>
            <a:cxnSpLocks/>
          </p:cNvCxnSpPr>
          <p:nvPr/>
        </p:nvCxnSpPr>
        <p:spPr>
          <a:xfrm>
            <a:off x="9850488" y="4379930"/>
            <a:ext cx="4359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ctángulo 92">
            <a:extLst>
              <a:ext uri="{FF2B5EF4-FFF2-40B4-BE49-F238E27FC236}">
                <a16:creationId xmlns:a16="http://schemas.microsoft.com/office/drawing/2014/main" id="{1CD7E7B8-FA08-42A9-BAA6-E30504A91747}"/>
              </a:ext>
            </a:extLst>
          </p:cNvPr>
          <p:cNvSpPr/>
          <p:nvPr/>
        </p:nvSpPr>
        <p:spPr>
          <a:xfrm>
            <a:off x="2910264" y="5205738"/>
            <a:ext cx="7408203" cy="133246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6" name="Rectángulo: esquinas redondeadas 95">
            <a:extLst>
              <a:ext uri="{FF2B5EF4-FFF2-40B4-BE49-F238E27FC236}">
                <a16:creationId xmlns:a16="http://schemas.microsoft.com/office/drawing/2014/main" id="{71D66A86-D705-4367-9729-86C985C44112}"/>
              </a:ext>
            </a:extLst>
          </p:cNvPr>
          <p:cNvSpPr/>
          <p:nvPr/>
        </p:nvSpPr>
        <p:spPr>
          <a:xfrm>
            <a:off x="3181252" y="5222792"/>
            <a:ext cx="1224440" cy="603841"/>
          </a:xfrm>
          <a:prstGeom prst="roundRect">
            <a:avLst/>
          </a:prstGeom>
          <a:solidFill>
            <a:srgbClr val="4D86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No conformidades</a:t>
            </a:r>
          </a:p>
        </p:txBody>
      </p:sp>
      <p:sp>
        <p:nvSpPr>
          <p:cNvPr id="97" name="Rectángulo: esquinas redondeadas 96">
            <a:extLst>
              <a:ext uri="{FF2B5EF4-FFF2-40B4-BE49-F238E27FC236}">
                <a16:creationId xmlns:a16="http://schemas.microsoft.com/office/drawing/2014/main" id="{775AEA5B-8A80-496B-808B-C4B4A68BCF99}"/>
              </a:ext>
            </a:extLst>
          </p:cNvPr>
          <p:cNvSpPr/>
          <p:nvPr/>
        </p:nvSpPr>
        <p:spPr>
          <a:xfrm>
            <a:off x="5071425" y="5207040"/>
            <a:ext cx="1224440" cy="603841"/>
          </a:xfrm>
          <a:prstGeom prst="roundRect">
            <a:avLst/>
          </a:prstGeom>
          <a:solidFill>
            <a:srgbClr val="4D86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Auditorías internas</a:t>
            </a:r>
          </a:p>
        </p:txBody>
      </p:sp>
      <p:sp>
        <p:nvSpPr>
          <p:cNvPr id="98" name="Rectángulo: esquinas redondeadas 97">
            <a:extLst>
              <a:ext uri="{FF2B5EF4-FFF2-40B4-BE49-F238E27FC236}">
                <a16:creationId xmlns:a16="http://schemas.microsoft.com/office/drawing/2014/main" id="{72D17A43-1DDA-47EA-9ADF-8EB1361A48B3}"/>
              </a:ext>
            </a:extLst>
          </p:cNvPr>
          <p:cNvSpPr/>
          <p:nvPr/>
        </p:nvSpPr>
        <p:spPr>
          <a:xfrm>
            <a:off x="8844019" y="5227511"/>
            <a:ext cx="1224440" cy="603841"/>
          </a:xfrm>
          <a:prstGeom prst="roundRect">
            <a:avLst/>
          </a:prstGeom>
          <a:solidFill>
            <a:srgbClr val="4D86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Reclamaciones</a:t>
            </a:r>
          </a:p>
        </p:txBody>
      </p:sp>
      <p:sp>
        <p:nvSpPr>
          <p:cNvPr id="100" name="Rectángulo: esquinas redondeadas 99">
            <a:extLst>
              <a:ext uri="{FF2B5EF4-FFF2-40B4-BE49-F238E27FC236}">
                <a16:creationId xmlns:a16="http://schemas.microsoft.com/office/drawing/2014/main" id="{85856245-D7E5-4B26-8334-39198246A087}"/>
              </a:ext>
            </a:extLst>
          </p:cNvPr>
          <p:cNvSpPr/>
          <p:nvPr/>
        </p:nvSpPr>
        <p:spPr>
          <a:xfrm>
            <a:off x="3194638" y="5918812"/>
            <a:ext cx="1224440" cy="603841"/>
          </a:xfrm>
          <a:prstGeom prst="roundRect">
            <a:avLst/>
          </a:prstGeom>
          <a:solidFill>
            <a:srgbClr val="4D86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Acciones correctivas/</a:t>
            </a:r>
          </a:p>
          <a:p>
            <a:pPr algn="ctr"/>
            <a:r>
              <a:rPr lang="es-ES" sz="1100" dirty="0"/>
              <a:t>preventivas</a:t>
            </a:r>
          </a:p>
        </p:txBody>
      </p:sp>
      <p:sp>
        <p:nvSpPr>
          <p:cNvPr id="101" name="Rectángulo: esquinas redondeadas 100">
            <a:extLst>
              <a:ext uri="{FF2B5EF4-FFF2-40B4-BE49-F238E27FC236}">
                <a16:creationId xmlns:a16="http://schemas.microsoft.com/office/drawing/2014/main" id="{D5FCB54E-EF61-4D52-8605-FFB4BFE62EDF}"/>
              </a:ext>
            </a:extLst>
          </p:cNvPr>
          <p:cNvSpPr/>
          <p:nvPr/>
        </p:nvSpPr>
        <p:spPr>
          <a:xfrm>
            <a:off x="5077011" y="5934363"/>
            <a:ext cx="1224440" cy="603841"/>
          </a:xfrm>
          <a:prstGeom prst="roundRect">
            <a:avLst/>
          </a:prstGeom>
          <a:solidFill>
            <a:srgbClr val="4D86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Seguimiento</a:t>
            </a:r>
          </a:p>
        </p:txBody>
      </p:sp>
      <p:sp>
        <p:nvSpPr>
          <p:cNvPr id="102" name="Rectángulo: esquinas redondeadas 101">
            <a:extLst>
              <a:ext uri="{FF2B5EF4-FFF2-40B4-BE49-F238E27FC236}">
                <a16:creationId xmlns:a16="http://schemas.microsoft.com/office/drawing/2014/main" id="{6D5DB232-0F57-4004-833C-C54CD615BF71}"/>
              </a:ext>
            </a:extLst>
          </p:cNvPr>
          <p:cNvSpPr/>
          <p:nvPr/>
        </p:nvSpPr>
        <p:spPr>
          <a:xfrm>
            <a:off x="8844019" y="5918812"/>
            <a:ext cx="1224440" cy="603841"/>
          </a:xfrm>
          <a:prstGeom prst="roundRect">
            <a:avLst/>
          </a:prstGeom>
          <a:solidFill>
            <a:srgbClr val="4D86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Satisfacción al cliente</a:t>
            </a:r>
          </a:p>
        </p:txBody>
      </p: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C1D78368-00AC-4E11-912A-13701094CC5A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83189" y="1026400"/>
            <a:ext cx="2211625" cy="4884389"/>
          </a:xfrm>
          <a:prstGeom prst="bentConnector3">
            <a:avLst>
              <a:gd name="adj1" fmla="val 110336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E6993890-4B1A-4312-9669-EB92E0CB7548}"/>
              </a:ext>
            </a:extLst>
          </p:cNvPr>
          <p:cNvCxnSpPr>
            <a:cxnSpLocks/>
          </p:cNvCxnSpPr>
          <p:nvPr/>
        </p:nvCxnSpPr>
        <p:spPr>
          <a:xfrm>
            <a:off x="847725" y="2639148"/>
            <a:ext cx="3310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9A4DDE8F-E558-467E-B825-324176CA0AFA}"/>
              </a:ext>
            </a:extLst>
          </p:cNvPr>
          <p:cNvCxnSpPr>
            <a:cxnSpLocks/>
          </p:cNvCxnSpPr>
          <p:nvPr/>
        </p:nvCxnSpPr>
        <p:spPr>
          <a:xfrm>
            <a:off x="847725" y="5529768"/>
            <a:ext cx="2062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Flecha: a la izquierda y derecha 69">
            <a:extLst>
              <a:ext uri="{FF2B5EF4-FFF2-40B4-BE49-F238E27FC236}">
                <a16:creationId xmlns:a16="http://schemas.microsoft.com/office/drawing/2014/main" id="{DA12A0B7-BAFF-466D-B7EE-12B3FA3196AB}"/>
              </a:ext>
            </a:extLst>
          </p:cNvPr>
          <p:cNvSpPr/>
          <p:nvPr/>
        </p:nvSpPr>
        <p:spPr>
          <a:xfrm>
            <a:off x="11198489" y="5857208"/>
            <a:ext cx="396563" cy="191157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Flecha: curvada hacia arriba 76">
            <a:extLst>
              <a:ext uri="{FF2B5EF4-FFF2-40B4-BE49-F238E27FC236}">
                <a16:creationId xmlns:a16="http://schemas.microsoft.com/office/drawing/2014/main" id="{ECF33BDE-6A6C-40EB-B401-CA39E678BC45}"/>
              </a:ext>
            </a:extLst>
          </p:cNvPr>
          <p:cNvSpPr/>
          <p:nvPr/>
        </p:nvSpPr>
        <p:spPr>
          <a:xfrm rot="16374512">
            <a:off x="11041523" y="4964892"/>
            <a:ext cx="834120" cy="431088"/>
          </a:xfrm>
          <a:prstGeom prst="curved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66888091-B5B2-460B-BD89-512A07612E73}"/>
              </a:ext>
            </a:extLst>
          </p:cNvPr>
          <p:cNvCxnSpPr/>
          <p:nvPr/>
        </p:nvCxnSpPr>
        <p:spPr>
          <a:xfrm flipV="1">
            <a:off x="11420475" y="1114425"/>
            <a:ext cx="0" cy="2461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Conector recto de flecha 83">
            <a:extLst>
              <a:ext uri="{FF2B5EF4-FFF2-40B4-BE49-F238E27FC236}">
                <a16:creationId xmlns:a16="http://schemas.microsoft.com/office/drawing/2014/main" id="{17E54E6A-0D3C-4FEE-B8B5-5E3516D62F1D}"/>
              </a:ext>
            </a:extLst>
          </p:cNvPr>
          <p:cNvCxnSpPr/>
          <p:nvPr/>
        </p:nvCxnSpPr>
        <p:spPr>
          <a:xfrm flipH="1">
            <a:off x="9639300" y="1104900"/>
            <a:ext cx="177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Conector recto de flecha 85">
            <a:extLst>
              <a:ext uri="{FF2B5EF4-FFF2-40B4-BE49-F238E27FC236}">
                <a16:creationId xmlns:a16="http://schemas.microsoft.com/office/drawing/2014/main" id="{643B578B-BFDA-403E-994B-0FC82D6D3405}"/>
              </a:ext>
            </a:extLst>
          </p:cNvPr>
          <p:cNvCxnSpPr/>
          <p:nvPr/>
        </p:nvCxnSpPr>
        <p:spPr>
          <a:xfrm flipH="1">
            <a:off x="9591675" y="741635"/>
            <a:ext cx="19831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CA3B51C7-25FB-45C1-A2B6-412BCB495450}"/>
              </a:ext>
            </a:extLst>
          </p:cNvPr>
          <p:cNvSpPr txBox="1"/>
          <p:nvPr/>
        </p:nvSpPr>
        <p:spPr>
          <a:xfrm>
            <a:off x="1070104" y="6406050"/>
            <a:ext cx="1577069" cy="28174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</a:rPr>
              <a:t>Procesos de apoyo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0760428F-E123-441D-85BE-60BF4794093B}"/>
              </a:ext>
            </a:extLst>
          </p:cNvPr>
          <p:cNvSpPr txBox="1"/>
          <p:nvPr/>
        </p:nvSpPr>
        <p:spPr>
          <a:xfrm>
            <a:off x="1079282" y="4822548"/>
            <a:ext cx="157796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s-ES" sz="1200">
                <a:solidFill>
                  <a:schemeClr val="bg1"/>
                </a:solidFill>
              </a:rPr>
              <a:t>Procesos </a:t>
            </a:r>
            <a:r>
              <a:rPr lang="es-ES" sz="1200" dirty="0">
                <a:solidFill>
                  <a:schemeClr val="bg1"/>
                </a:solidFill>
              </a:rPr>
              <a:t>clave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E487ED2E-3968-3084-A205-EADA27AFCB1E}"/>
              </a:ext>
            </a:extLst>
          </p:cNvPr>
          <p:cNvSpPr/>
          <p:nvPr/>
        </p:nvSpPr>
        <p:spPr>
          <a:xfrm>
            <a:off x="6957722" y="5222793"/>
            <a:ext cx="1224440" cy="603841"/>
          </a:xfrm>
          <a:prstGeom prst="roundRect">
            <a:avLst/>
          </a:prstGeom>
          <a:solidFill>
            <a:srgbClr val="4D86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Recursos humanos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059D8C08-0643-D3B5-AE19-57D5D44C597E}"/>
              </a:ext>
            </a:extLst>
          </p:cNvPr>
          <p:cNvSpPr/>
          <p:nvPr/>
        </p:nvSpPr>
        <p:spPr>
          <a:xfrm>
            <a:off x="6957722" y="5951418"/>
            <a:ext cx="1224440" cy="603841"/>
          </a:xfrm>
          <a:prstGeom prst="roundRect">
            <a:avLst/>
          </a:prstGeom>
          <a:solidFill>
            <a:srgbClr val="4D86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Infraestructura</a:t>
            </a:r>
          </a:p>
        </p:txBody>
      </p:sp>
      <p:sp>
        <p:nvSpPr>
          <p:cNvPr id="22" name="Flecha: a la izquierda y derecha 21">
            <a:extLst>
              <a:ext uri="{FF2B5EF4-FFF2-40B4-BE49-F238E27FC236}">
                <a16:creationId xmlns:a16="http://schemas.microsoft.com/office/drawing/2014/main" id="{943DEB85-6A4D-3FD8-F791-1394D0FB107F}"/>
              </a:ext>
            </a:extLst>
          </p:cNvPr>
          <p:cNvSpPr/>
          <p:nvPr/>
        </p:nvSpPr>
        <p:spPr>
          <a:xfrm>
            <a:off x="5162157" y="2413659"/>
            <a:ext cx="1269127" cy="342505"/>
          </a:xfrm>
          <a:prstGeom prst="leftRightArrow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BA631D09-1660-891F-90AB-40B26ACA607F}"/>
              </a:ext>
            </a:extLst>
          </p:cNvPr>
          <p:cNvSpPr/>
          <p:nvPr/>
        </p:nvSpPr>
        <p:spPr>
          <a:xfrm>
            <a:off x="8656538" y="2118379"/>
            <a:ext cx="1012432" cy="104153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A9991E70-7281-41BF-BA31-FEC15486A056}"/>
              </a:ext>
            </a:extLst>
          </p:cNvPr>
          <p:cNvSpPr/>
          <p:nvPr/>
        </p:nvSpPr>
        <p:spPr>
          <a:xfrm>
            <a:off x="8713112" y="2259961"/>
            <a:ext cx="899284" cy="758371"/>
          </a:xfrm>
          <a:prstGeom prst="roundRect">
            <a:avLst/>
          </a:prstGeom>
          <a:solidFill>
            <a:srgbClr val="4D86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Liberación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66A8D0EF-2AC4-84FE-9385-6A629150FB90}"/>
              </a:ext>
            </a:extLst>
          </p:cNvPr>
          <p:cNvCxnSpPr>
            <a:cxnSpLocks/>
          </p:cNvCxnSpPr>
          <p:nvPr/>
        </p:nvCxnSpPr>
        <p:spPr>
          <a:xfrm>
            <a:off x="8069778" y="2584911"/>
            <a:ext cx="5394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6541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BDB3C246F8194BBDECA4154A62B9BE" ma:contentTypeVersion="10" ma:contentTypeDescription="Crear nuevo documento." ma:contentTypeScope="" ma:versionID="ade27a0438fce5661c693d5d83f2414f">
  <xsd:schema xmlns:xsd="http://www.w3.org/2001/XMLSchema" xmlns:xs="http://www.w3.org/2001/XMLSchema" xmlns:p="http://schemas.microsoft.com/office/2006/metadata/properties" xmlns:ns2="9c84046b-1756-41ad-84ec-826e2bed40c8" xmlns:ns3="14ea127c-854f-41fb-9adb-d090df6732b5" targetNamespace="http://schemas.microsoft.com/office/2006/metadata/properties" ma:root="true" ma:fieldsID="8608c0c8d32bb895e704b9ffe02c8082" ns2:_="" ns3:_="">
    <xsd:import namespace="9c84046b-1756-41ad-84ec-826e2bed40c8"/>
    <xsd:import namespace="14ea127c-854f-41fb-9adb-d090df6732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84046b-1756-41ad-84ec-826e2bed40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8364831f-9365-4731-affb-44e18c0c24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ea127c-854f-41fb-9adb-d090df6732b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e18a258-aa6e-4edc-845a-317681361ecd}" ma:internalName="TaxCatchAll" ma:showField="CatchAllData" ma:web="14ea127c-854f-41fb-9adb-d090df6732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c84046b-1756-41ad-84ec-826e2bed40c8">
      <Terms xmlns="http://schemas.microsoft.com/office/infopath/2007/PartnerControls"/>
    </lcf76f155ced4ddcb4097134ff3c332f>
    <TaxCatchAll xmlns="14ea127c-854f-41fb-9adb-d090df6732b5" xsi:nil="true"/>
  </documentManagement>
</p:properties>
</file>

<file path=customXml/itemProps1.xml><?xml version="1.0" encoding="utf-8"?>
<ds:datastoreItem xmlns:ds="http://schemas.openxmlformats.org/officeDocument/2006/customXml" ds:itemID="{BA39E290-D15D-447E-87F1-B11D08B076E9}"/>
</file>

<file path=customXml/itemProps2.xml><?xml version="1.0" encoding="utf-8"?>
<ds:datastoreItem xmlns:ds="http://schemas.openxmlformats.org/officeDocument/2006/customXml" ds:itemID="{F6A1904C-EC10-4967-B3E2-32F0EB5D777A}"/>
</file>

<file path=customXml/itemProps3.xml><?xml version="1.0" encoding="utf-8"?>
<ds:datastoreItem xmlns:ds="http://schemas.openxmlformats.org/officeDocument/2006/customXml" ds:itemID="{80DB9704-D7D2-4451-9D3C-84106E9B2EC8}"/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55</Words>
  <Application>Microsoft Office PowerPoint</Application>
  <PresentationFormat>Panorámica</PresentationFormat>
  <Paragraphs>25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Abi</dc:creator>
  <cp:lastModifiedBy>Iván Pérez Ciruelos</cp:lastModifiedBy>
  <cp:revision>27</cp:revision>
  <dcterms:created xsi:type="dcterms:W3CDTF">2021-03-16T16:31:53Z</dcterms:created>
  <dcterms:modified xsi:type="dcterms:W3CDTF">2024-06-12T15:35:05Z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0x010100ECBDB3C246F8194BBDECA4154A62B9BE</vt:lpwstr>
  </property>
</Properties>
</file>